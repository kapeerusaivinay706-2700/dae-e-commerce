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D11B5-E1D2-734D-A891-0653E781530B}" v="87" dt="2026-09-21T08:49:43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7"/>
    <p:restoredTop sz="94698"/>
  </p:normalViewPr>
  <p:slideViewPr>
    <p:cSldViewPr snapToGrid="0" snapToObjects="1">
      <p:cViewPr varScale="1">
        <p:scale>
          <a:sx n="84" d="100"/>
          <a:sy n="84" d="100"/>
        </p:scale>
        <p:origin x="76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1688" y="731520"/>
            <a:ext cx="609814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Arial"/>
              </a:defRPr>
            </a:pPr>
            <a:endParaRPr lang="en-US" dirty="0"/>
          </a:p>
          <a:p>
            <a:pPr algn="ctr">
              <a:defRPr sz="3200" b="1">
                <a:latin typeface="Arial"/>
              </a:defRPr>
            </a:pPr>
            <a:r>
              <a:rPr dirty="0"/>
              <a:t>E-COMMERCE ORDERS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4999" y="1417320"/>
            <a:ext cx="7431522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 lang="en-IN" dirty="0"/>
          </a:p>
          <a:p>
            <a:pPr algn="ctr">
              <a:defRPr sz="2300" b="1">
                <a:latin typeface="Arial"/>
              </a:defRPr>
            </a:pPr>
            <a:r>
              <a:rPr lang="en-IN" dirty="0"/>
              <a:t>ANALYSIS ESSENTIALS CORNERSTONE PROJECT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61320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latin typeface="Arial"/>
              </a:defRPr>
            </a:pPr>
            <a:endParaRPr lang="en-US" dirty="0"/>
          </a:p>
          <a:p>
            <a:pPr algn="ctr">
              <a:spcAft>
                <a:spcPts val="700"/>
              </a:spcAft>
              <a:defRPr sz="1800" b="1">
                <a:latin typeface="Arial"/>
              </a:defRPr>
            </a:pPr>
            <a:endParaRPr lang="en-US" dirty="0"/>
          </a:p>
          <a:p>
            <a:pPr algn="ctr">
              <a:spcAft>
                <a:spcPts val="700"/>
              </a:spcAft>
              <a:defRPr sz="1800" b="1">
                <a:latin typeface="Arial"/>
              </a:defRPr>
            </a:pPr>
            <a:r>
              <a:rPr lang="en-US" dirty="0"/>
              <a:t>Presented by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en-US" dirty="0"/>
              <a:t>KAPEERU SAI VINAY : 25B11AI492</a:t>
            </a:r>
            <a:endParaRPr lang="en-IN" dirty="0"/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fi-FI" dirty="0"/>
              <a:t>KAPPALA HEMANTH SAI VENKATA VIDYA SAGAR : 25B11AI494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MACHGIRI RAVITEJA : 25B11AI281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GORLI KUSA RAJU : 26B11AI004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dirty="0"/>
              <a:t>Department of Artificial Intelligence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rPr dirty="0"/>
              <a:t>ADITYA UNIVERSITY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AE36C9-36A9-7126-B4AC-67207269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340" y="1563977"/>
            <a:ext cx="10561320" cy="379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800">
                <a:latin typeface="Arial"/>
              </a:defRPr>
            </a:pPr>
            <a:r>
              <a:rPr lang="en-IN" sz="2400" dirty="0"/>
              <a:t>1. Abstract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latin typeface="Arial"/>
              </a:defRPr>
            </a:pPr>
            <a:r>
              <a:rPr lang="en-IN" sz="2400" dirty="0"/>
              <a:t>2. Introduction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latin typeface="Arial"/>
              </a:defRPr>
            </a:pPr>
            <a:r>
              <a:rPr lang="en-IN" sz="2400" dirty="0"/>
              <a:t>3. Analysis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latin typeface="Arial"/>
              </a:defRPr>
            </a:pPr>
            <a:r>
              <a:rPr lang="en-IN" sz="2400" dirty="0"/>
              <a:t>4. Requirements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latin typeface="Arial"/>
              </a:defRPr>
            </a:pPr>
            <a:r>
              <a:rPr lang="en-IN" sz="2400" dirty="0"/>
              <a:t>5. Methodology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latin typeface="Arial"/>
              </a:defRPr>
            </a:pPr>
            <a:r>
              <a:rPr lang="en-IN" sz="2400" dirty="0"/>
              <a:t>6. Conclusion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E4DBDA-D694-2A39-A42B-BC3833E6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1.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5517"/>
            <a:ext cx="10561320" cy="491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E-Commerce Orders Data Analysis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⁠E-Commerce platforms generate large amounts of order data from daily transactions.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⁠This project </a:t>
            </a:r>
            <a:r>
              <a:rPr lang="en-IN" dirty="0" err="1"/>
              <a:t>analyzes</a:t>
            </a:r>
            <a:r>
              <a:rPr lang="en-IN" dirty="0"/>
              <a:t> order data to understand sales performance and customer behaviour.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⁠The dataset contains information about orders, products, customers, sales, quantity, payment method and order status.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⁠Raw data is processed through data cleaning and preprocessing to improve its quality.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⁠The project uses data analysis and visualization techniques to identify important patterns and trends.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⁠Results are presented using different charts and statistical visualizations.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⁠The final objective is to convert raw transaction data into meaningful business insights.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Key Idea: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Raw Data → Analysis → Visualization →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4B7E7-4887-5527-EEE0-F409E224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33426"/>
            <a:ext cx="10561320" cy="569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Introduction to E-Commerce Data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⁠E-Commerce platforms generate huge amounts of digital transaction data.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⁠This data includes customer details, product information, orders, sales, quantity, payment methods and order status.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⁠Individual transactions provide limited information, but combined data can reveal important business patterns.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⁠Data analysis helps understand customer purchasing behaviour and product performance.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⁠It also helps identify changes in sales and customer preferences.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⁠The project focuses on transforming raw order records into useful information for business analysis.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Problem Statement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⁠Duplicate records can affect sales calculations.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⁠Missing values can reduce data accuracy.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⁠Inconsistent category names can create incorrect groups.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⁠Incorrect date formats make time-based analysis difficult.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⁠Raw data does not directly provide clear business summaries.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BDF12-EA5F-04A7-FC3E-BCE1AA9D9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3.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400656"/>
            <a:ext cx="10561320" cy="5137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E-Commerce Orders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The analysis focuses on: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⁠Total Sales — measuring overall revenue generated.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⁠Total Orders — understanding the number of transactions.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⁠Average Order Value — measuring the average value of an order.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⁠Customer Analysis — identifying purchasing behaviour and valuable customers.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⁠Product Analysis — finding top-selling and low-selling products.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⁠Category Analysis — comparing performance across categories.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⁠Payment Analysis — understanding payment-method preferences.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⁠Sales Trends — comparing performance across different months.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⁠Order Status Analysis — studying delivered, cancelled, returned and other order statuses.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Main Goal: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Identify important patterns, trends and business performance indicators from order data.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982BAC-5834-8F68-CAA1-5ACC04E76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rPr dirty="0"/>
              <a:t>4.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33426"/>
            <a:ext cx="4021282" cy="4037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Hardware Requirements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⁠Computer / Laptop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⁠Minimum 4 GB RAM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⁠Adequate storage space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⁠Internet connection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Software Requirements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⁠Python 3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⁠Jupyter Notebook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⁠Microsoft Excel / Google Sheets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⁠Power BI / Tableau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⁠Required Python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6030B-56A7-7E99-715B-4ECC598B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1032F1-EB09-CC37-4762-FC6C2880323F}"/>
              </a:ext>
            </a:extLst>
          </p:cNvPr>
          <p:cNvSpPr txBox="1"/>
          <p:nvPr/>
        </p:nvSpPr>
        <p:spPr>
          <a:xfrm>
            <a:off x="6244936" y="1305341"/>
            <a:ext cx="4800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Requirements</a:t>
            </a:r>
          </a:p>
          <a:p>
            <a:r>
              <a:rPr lang="en-US" sz="2000" dirty="0"/>
              <a:t>•⁠  ⁠Order ID</a:t>
            </a:r>
          </a:p>
          <a:p>
            <a:r>
              <a:rPr lang="en-US" sz="2000" dirty="0"/>
              <a:t>•⁠  ⁠Customer ID</a:t>
            </a:r>
          </a:p>
          <a:p>
            <a:r>
              <a:rPr lang="en-US" sz="2000" dirty="0"/>
              <a:t>•⁠  ⁠Product details</a:t>
            </a:r>
          </a:p>
          <a:p>
            <a:r>
              <a:rPr lang="en-US" sz="2000" dirty="0"/>
              <a:t>•⁠  ⁠Product category</a:t>
            </a:r>
          </a:p>
          <a:p>
            <a:r>
              <a:rPr lang="en-US" sz="2000" dirty="0"/>
              <a:t>•⁠  ⁠Order date</a:t>
            </a:r>
          </a:p>
          <a:p>
            <a:r>
              <a:rPr lang="en-US" sz="2000" dirty="0"/>
              <a:t>•⁠  ⁠Quantity</a:t>
            </a:r>
          </a:p>
          <a:p>
            <a:r>
              <a:rPr lang="en-US" sz="2000" dirty="0"/>
              <a:t>•⁠  ⁠Price</a:t>
            </a:r>
          </a:p>
          <a:p>
            <a:r>
              <a:rPr lang="en-US" sz="2000" dirty="0"/>
              <a:t>•⁠  ⁠Sales / Revenue</a:t>
            </a:r>
          </a:p>
          <a:p>
            <a:r>
              <a:rPr lang="en-US" sz="2000" dirty="0"/>
              <a:t>•⁠  ⁠Payment method</a:t>
            </a:r>
          </a:p>
          <a:p>
            <a:r>
              <a:rPr lang="en-US" sz="2000" dirty="0"/>
              <a:t>•⁠  ⁠Order status</a:t>
            </a:r>
          </a:p>
          <a:p>
            <a:r>
              <a:rPr lang="en-US" sz="2000" dirty="0"/>
              <a:t>Main Requirement</a:t>
            </a:r>
          </a:p>
          <a:p>
            <a:r>
              <a:rPr lang="en-US" sz="2000" dirty="0"/>
              <a:t>A clean and structured E-Commerce dataset is essential for reliable analysis.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rPr dirty="0"/>
              <a:t>5.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345" y="1329270"/>
            <a:ext cx="537002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Five-Stage Data Analysis Methodology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1 — Data Import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⁠Collect the E-Commerce dataset.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⁠Load the CSV file using Pandas.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⁠Understand the dataset structure and data types.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2 — Data Cleaning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⁠Remove duplicate records.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⁠Handle missing values.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⁠Correct inconsistent data.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3 — Data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⁠Calculate sales and order metrics.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⁠Analyse customers and products.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⁠Identify trends and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7E3BE-DD53-147C-D038-957F1631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8CBADD-C7FD-FAC3-5B2C-D8F5AE6BC3A2}"/>
              </a:ext>
            </a:extLst>
          </p:cNvPr>
          <p:cNvSpPr txBox="1"/>
          <p:nvPr/>
        </p:nvSpPr>
        <p:spPr>
          <a:xfrm>
            <a:off x="7148945" y="1223268"/>
            <a:ext cx="4218710" cy="4411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4 — Data Visualization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⁠Create charts, graphs and dashboards.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⁠Present important KPIs clearly.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5 — Business Insights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⁠Interpret the results.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⁠Identify opportunities for improving sales and customer experience.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Workflow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Data Import → Data Cleaning → Data Analysis → Data Visualization → Business Insights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93D0-4CDF-E9DC-B08C-F63BF302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6C0F2-EECE-F82C-1351-1E8D3322A5D3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98406-DAFE-EFE1-8C1B-53301A24419A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176C4-2D57-4228-85B5-64A4D167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344CA-4774-408F-B15F-9F6DF05D8619}"/>
              </a:ext>
            </a:extLst>
          </p:cNvPr>
          <p:cNvSpPr txBox="1"/>
          <p:nvPr/>
        </p:nvSpPr>
        <p:spPr>
          <a:xfrm>
            <a:off x="1433945" y="1431867"/>
            <a:ext cx="99233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⁠E-Commerce data analysis provides useful information about sales, customers, products and orders.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⁠Data preprocessing improves the quality and reliability of the analysis.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⁠The project identifies product performance, customer </a:t>
            </a:r>
            <a:r>
              <a:rPr lang="en-US" dirty="0" err="1"/>
              <a:t>behaviour</a:t>
            </a:r>
            <a:r>
              <a:rPr lang="en-US" dirty="0"/>
              <a:t>, payment preferences and sales trends.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⁠Visualization converts complex data into easily understandable information.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⁠The final insights can support decisions related to sales, inventory, marketing and customer satisfaction.</a:t>
            </a:r>
          </a:p>
          <a:p>
            <a:pPr>
              <a:lnSpc>
                <a:spcPct val="150000"/>
              </a:lnSpc>
            </a:pPr>
            <a:r>
              <a:rPr lang="en-US" dirty="0"/>
              <a:t>Final Message</a:t>
            </a:r>
          </a:p>
          <a:p>
            <a:pPr>
              <a:lnSpc>
                <a:spcPct val="150000"/>
              </a:lnSpc>
            </a:pPr>
            <a:r>
              <a:rPr lang="en-US" dirty="0"/>
              <a:t>Raw Data → Clean Data → Analysis → Visualization → Business Insights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22230-0F40-859A-4F38-895A0815663D}"/>
              </a:ext>
            </a:extLst>
          </p:cNvPr>
          <p:cNvSpPr txBox="1"/>
          <p:nvPr/>
        </p:nvSpPr>
        <p:spPr>
          <a:xfrm>
            <a:off x="4903678" y="499440"/>
            <a:ext cx="755894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6.⁠ ⁠CONCLUSION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05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20C3-B205-75A0-D572-15B51C7C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473531-BBE7-652A-D74C-052255E1D556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4EC42-E469-BDD1-7E89-A8AB0D08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17A6C1-FA4F-49FE-F236-4A8C1BDD2FB0}"/>
              </a:ext>
            </a:extLst>
          </p:cNvPr>
          <p:cNvSpPr txBox="1"/>
          <p:nvPr/>
        </p:nvSpPr>
        <p:spPr>
          <a:xfrm>
            <a:off x="3168534" y="2385984"/>
            <a:ext cx="74191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7604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911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vinay</dc:creator>
  <cp:keywords/>
  <dc:description>generated using python-pptx</dc:description>
  <cp:lastModifiedBy>Sai vinay</cp:lastModifiedBy>
  <cp:revision>6</cp:revision>
  <dcterms:created xsi:type="dcterms:W3CDTF">2013-01-27T09:14:16Z</dcterms:created>
  <dcterms:modified xsi:type="dcterms:W3CDTF">2026-10-24T05:23:45Z</dcterms:modified>
  <cp:category/>
</cp:coreProperties>
</file>